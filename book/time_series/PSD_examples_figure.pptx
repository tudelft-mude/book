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9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6BCA-356E-81FB-B215-767F86ADD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96433-5868-9888-1562-7DE534F22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89FF7-402F-C43E-4A44-10D515596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6D748-2D98-D909-17D7-4A82C6C7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436D2-F5D4-39D3-7170-32D74520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66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5A04-83F2-2E7E-DB81-45A5493A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DCB76-CCDD-D45E-B5B9-F614CE128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D43FA-FA32-EFEA-0AB2-7D2563C2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CB7D2-F3BB-A8A4-7178-6BF59C60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F0EE4-6B1A-2978-16FD-DE6F49D6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61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9A1E-6CCD-015E-20ED-0E609C48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D31DB-B8E0-2D70-5574-982AA6249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DEB79-5D2B-03B5-D4C1-8F9D50F2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201C-CA4E-537F-8675-8D548E93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3B15D-FAB1-19C4-EC7D-1F752022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55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EB1C-EFD7-9BD7-1D43-5B9C1D81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11EF1-930E-4144-78B5-72FA275E6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78C96-8BE4-997E-71E9-F82ADF0E0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A0DB3-C339-17AB-BF57-F50A2017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17AA6-D49F-DB94-DADE-FE28FA73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40977-9B7B-D74E-366F-2010C546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09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2ED7D-286C-A913-F6E5-29EFDC57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B9020-8620-F9FB-9AD9-327CB98A1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D595-BCF3-CBDD-72A6-93C7D5392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A3487-3B97-48C0-4286-918DEC6CD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1E199-B109-1DF9-1049-5BC27FDED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B0A17-990F-BB3C-95B1-F0235E72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FB0CA-7A56-9CC9-0DA8-EF887D54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85C74C-6C08-05DA-481C-23E2AA97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43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6591-F02D-FE23-38FF-5D9B25B9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24897-2A44-0FE3-C6CA-CF1FED15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4E8CC-135E-A571-1068-B0B2C4AEC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74D58-FFCA-77B6-28F9-CA9330C6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91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840CB-C13D-070D-88D6-4664779A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0FDD8-2041-78B8-1450-B16D4B0B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206F1-8B6D-6209-C651-168F534E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07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58154-F645-060B-644E-238E2268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C7DF8-FB39-59A1-62D9-615B707F0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82D71-845B-AB14-EA31-645878221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78713-5A30-FAD4-4FBE-CDDCA573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B3151-8424-2D68-7A29-895657AA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10EAA-06A1-5C43-7750-015840B2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590B-E1F0-C18F-863F-E581BCE2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90A8C-29CA-2579-2105-769242609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4C0D7-5213-A526-CC1B-E5FA1EC59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BBB5C-6726-7F4E-FBE9-E71544E4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409DB-4893-34DF-9622-8199EFC4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54F-AA34-92CB-8462-7362C1EF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7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8321-FA08-3492-92B3-184596DC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65D6F-FBD8-EADA-281B-1BE2FA935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491EE-27C3-ADBD-DF52-C262A68E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0DB5A-BC5B-35E0-ACDE-6B532DD3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73EDE-8135-B4A9-DDAF-93EE3A7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26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63BFE-9E89-8231-0E30-A9013BFF2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4BE68-80C1-E0BD-4370-7F6CA5A14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2708E-666A-7CC4-5952-10110DAB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5A67C-B40C-EED3-9677-C6A866F34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2ED7D-24A3-3C11-FE29-23DB1E1D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44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E0F68-7B84-9BF3-951E-29095FE5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69BE2-5ABF-1D35-9CD8-B1406D0CE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13DE-8B6B-7060-CE3C-CFE969961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FF266-3868-4E7B-983E-23636814BD48}" type="datetimeFigureOut">
              <a:rPr lang="en-GB" smtClean="0"/>
              <a:t>04/08/2025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3BDC-6EF9-7955-5CC6-87DF4D808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EA703-9790-219C-31D2-6AE895290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867A1-EFBF-40D0-A949-626D792401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85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8.png"/><Relationship Id="rId21" Type="http://schemas.openxmlformats.org/officeDocument/2006/relationships/tags" Target="../tags/tag21.xml"/><Relationship Id="rId34" Type="http://schemas.openxmlformats.org/officeDocument/2006/relationships/image" Target="../media/image3.png"/><Relationship Id="rId42" Type="http://schemas.openxmlformats.org/officeDocument/2006/relationships/image" Target="../media/image11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.png"/><Relationship Id="rId37" Type="http://schemas.openxmlformats.org/officeDocument/2006/relationships/image" Target="../media/image6.png"/><Relationship Id="rId40" Type="http://schemas.openxmlformats.org/officeDocument/2006/relationships/image" Target="../media/image9.png"/><Relationship Id="rId45" Type="http://schemas.openxmlformats.org/officeDocument/2006/relationships/image" Target="../media/image14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5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1.xml"/><Relationship Id="rId44" Type="http://schemas.openxmlformats.org/officeDocument/2006/relationships/image" Target="../media/image1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image" Target="../media/image4.png"/><Relationship Id="rId43" Type="http://schemas.openxmlformats.org/officeDocument/2006/relationships/image" Target="../media/image12.png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2.png"/><Relationship Id="rId38" Type="http://schemas.openxmlformats.org/officeDocument/2006/relationships/image" Target="../media/image7.png"/><Relationship Id="rId46" Type="http://schemas.openxmlformats.org/officeDocument/2006/relationships/image" Target="../media/image15.png"/><Relationship Id="rId20" Type="http://schemas.openxmlformats.org/officeDocument/2006/relationships/tags" Target="../tags/tag20.xml"/><Relationship Id="rId4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BAF28A15-0B0E-A859-47A1-48A095DBDC9C}"/>
              </a:ext>
            </a:extLst>
          </p:cNvPr>
          <p:cNvSpPr/>
          <p:nvPr/>
        </p:nvSpPr>
        <p:spPr>
          <a:xfrm>
            <a:off x="1768700" y="1856604"/>
            <a:ext cx="6959150" cy="25385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3BEC45-AFA0-F25A-C091-2642DAB6640F}"/>
              </a:ext>
            </a:extLst>
          </p:cNvPr>
          <p:cNvSpPr/>
          <p:nvPr/>
        </p:nvSpPr>
        <p:spPr>
          <a:xfrm>
            <a:off x="1768700" y="-680046"/>
            <a:ext cx="6959150" cy="25385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0FBF8D-B644-2C0B-7B4A-07B403F8339E}"/>
              </a:ext>
            </a:extLst>
          </p:cNvPr>
          <p:cNvCxnSpPr>
            <a:cxnSpLocks/>
          </p:cNvCxnSpPr>
          <p:nvPr/>
        </p:nvCxnSpPr>
        <p:spPr>
          <a:xfrm flipV="1">
            <a:off x="4638675" y="85725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E1CD49-489D-44F8-93F6-84B611B0786D}"/>
              </a:ext>
            </a:extLst>
          </p:cNvPr>
          <p:cNvCxnSpPr>
            <a:cxnSpLocks/>
          </p:cNvCxnSpPr>
          <p:nvPr/>
        </p:nvCxnSpPr>
        <p:spPr>
          <a:xfrm>
            <a:off x="4429125" y="933450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F984C7-91E2-B178-7D70-11891DE83E37}"/>
              </a:ext>
            </a:extLst>
          </p:cNvPr>
          <p:cNvCxnSpPr>
            <a:cxnSpLocks/>
          </p:cNvCxnSpPr>
          <p:nvPr/>
        </p:nvCxnSpPr>
        <p:spPr>
          <a:xfrm flipV="1">
            <a:off x="6736397" y="85725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FEA435-1C49-0393-45A2-DD5B1275644E}"/>
              </a:ext>
            </a:extLst>
          </p:cNvPr>
          <p:cNvCxnSpPr>
            <a:cxnSpLocks/>
          </p:cNvCxnSpPr>
          <p:nvPr/>
        </p:nvCxnSpPr>
        <p:spPr>
          <a:xfrm>
            <a:off x="6577647" y="533400"/>
            <a:ext cx="1360488" cy="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A5D927-F953-734C-2D9A-EE2AF5595167}"/>
              </a:ext>
            </a:extLst>
          </p:cNvPr>
          <p:cNvCxnSpPr>
            <a:cxnSpLocks/>
          </p:cNvCxnSpPr>
          <p:nvPr/>
        </p:nvCxnSpPr>
        <p:spPr>
          <a:xfrm>
            <a:off x="6526847" y="933450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50D05D-E33E-5437-BE4F-1E381D3F05EA}"/>
              </a:ext>
            </a:extLst>
          </p:cNvPr>
          <p:cNvCxnSpPr>
            <a:cxnSpLocks/>
          </p:cNvCxnSpPr>
          <p:nvPr/>
        </p:nvCxnSpPr>
        <p:spPr>
          <a:xfrm flipV="1">
            <a:off x="2394855" y="72405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0D78DD-6AD1-8AD3-79C3-E1D745831A7E}"/>
              </a:ext>
            </a:extLst>
          </p:cNvPr>
          <p:cNvCxnSpPr>
            <a:cxnSpLocks/>
          </p:cNvCxnSpPr>
          <p:nvPr/>
        </p:nvCxnSpPr>
        <p:spPr>
          <a:xfrm>
            <a:off x="2185305" y="920130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671AE3B-7B8A-8485-F3F8-8D71782FA861}"/>
              </a:ext>
            </a:extLst>
          </p:cNvPr>
          <p:cNvSpPr/>
          <p:nvPr/>
        </p:nvSpPr>
        <p:spPr>
          <a:xfrm>
            <a:off x="2386634" y="484237"/>
            <a:ext cx="1219447" cy="963105"/>
          </a:xfrm>
          <a:custGeom>
            <a:avLst/>
            <a:gdLst>
              <a:gd name="connsiteX0" fmla="*/ 12947 w 1867147"/>
              <a:gd name="connsiteY0" fmla="*/ 553788 h 1028787"/>
              <a:gd name="connsiteX1" fmla="*/ 70097 w 1867147"/>
              <a:gd name="connsiteY1" fmla="*/ 344238 h 1028787"/>
              <a:gd name="connsiteX2" fmla="*/ 108197 w 1867147"/>
              <a:gd name="connsiteY2" fmla="*/ 522038 h 1028787"/>
              <a:gd name="connsiteX3" fmla="*/ 190747 w 1867147"/>
              <a:gd name="connsiteY3" fmla="*/ 236288 h 1028787"/>
              <a:gd name="connsiteX4" fmla="*/ 197097 w 1867147"/>
              <a:gd name="connsiteY4" fmla="*/ 502988 h 1028787"/>
              <a:gd name="connsiteX5" fmla="*/ 279647 w 1867147"/>
              <a:gd name="connsiteY5" fmla="*/ 274388 h 1028787"/>
              <a:gd name="connsiteX6" fmla="*/ 285997 w 1867147"/>
              <a:gd name="connsiteY6" fmla="*/ 477588 h 1028787"/>
              <a:gd name="connsiteX7" fmla="*/ 336797 w 1867147"/>
              <a:gd name="connsiteY7" fmla="*/ 306138 h 1028787"/>
              <a:gd name="connsiteX8" fmla="*/ 343147 w 1867147"/>
              <a:gd name="connsiteY8" fmla="*/ 604588 h 1028787"/>
              <a:gd name="connsiteX9" fmla="*/ 362197 w 1867147"/>
              <a:gd name="connsiteY9" fmla="*/ 560138 h 1028787"/>
              <a:gd name="connsiteX10" fmla="*/ 457447 w 1867147"/>
              <a:gd name="connsiteY10" fmla="*/ 255338 h 1028787"/>
              <a:gd name="connsiteX11" fmla="*/ 501897 w 1867147"/>
              <a:gd name="connsiteY11" fmla="*/ 1004638 h 1028787"/>
              <a:gd name="connsiteX12" fmla="*/ 571747 w 1867147"/>
              <a:gd name="connsiteY12" fmla="*/ 629988 h 1028787"/>
              <a:gd name="connsiteX13" fmla="*/ 603497 w 1867147"/>
              <a:gd name="connsiteY13" fmla="*/ 198188 h 1028787"/>
              <a:gd name="connsiteX14" fmla="*/ 673347 w 1867147"/>
              <a:gd name="connsiteY14" fmla="*/ 560138 h 1028787"/>
              <a:gd name="connsiteX15" fmla="*/ 736847 w 1867147"/>
              <a:gd name="connsiteY15" fmla="*/ 699838 h 1028787"/>
              <a:gd name="connsiteX16" fmla="*/ 838447 w 1867147"/>
              <a:gd name="connsiteY16" fmla="*/ 217238 h 1028787"/>
              <a:gd name="connsiteX17" fmla="*/ 832097 w 1867147"/>
              <a:gd name="connsiteY17" fmla="*/ 325188 h 1028787"/>
              <a:gd name="connsiteX18" fmla="*/ 844797 w 1867147"/>
              <a:gd name="connsiteY18" fmla="*/ 356938 h 1028787"/>
              <a:gd name="connsiteX19" fmla="*/ 870197 w 1867147"/>
              <a:gd name="connsiteY19" fmla="*/ 299788 h 1028787"/>
              <a:gd name="connsiteX20" fmla="*/ 889247 w 1867147"/>
              <a:gd name="connsiteY20" fmla="*/ 560138 h 1028787"/>
              <a:gd name="connsiteX21" fmla="*/ 901947 w 1867147"/>
              <a:gd name="connsiteY21" fmla="*/ 579188 h 1028787"/>
              <a:gd name="connsiteX22" fmla="*/ 940047 w 1867147"/>
              <a:gd name="connsiteY22" fmla="*/ 395038 h 1028787"/>
              <a:gd name="connsiteX23" fmla="*/ 997197 w 1867147"/>
              <a:gd name="connsiteY23" fmla="*/ 261688 h 1028787"/>
              <a:gd name="connsiteX24" fmla="*/ 1016247 w 1867147"/>
              <a:gd name="connsiteY24" fmla="*/ 610938 h 1028787"/>
              <a:gd name="connsiteX25" fmla="*/ 1092447 w 1867147"/>
              <a:gd name="connsiteY25" fmla="*/ 356938 h 1028787"/>
              <a:gd name="connsiteX26" fmla="*/ 1098797 w 1867147"/>
              <a:gd name="connsiteY26" fmla="*/ 687138 h 1028787"/>
              <a:gd name="connsiteX27" fmla="*/ 1168647 w 1867147"/>
              <a:gd name="connsiteY27" fmla="*/ 426788 h 1028787"/>
              <a:gd name="connsiteX28" fmla="*/ 1213097 w 1867147"/>
              <a:gd name="connsiteY28" fmla="*/ 331538 h 1028787"/>
              <a:gd name="connsiteX29" fmla="*/ 1219447 w 1867147"/>
              <a:gd name="connsiteY29" fmla="*/ 636338 h 1028787"/>
              <a:gd name="connsiteX30" fmla="*/ 1232147 w 1867147"/>
              <a:gd name="connsiteY30" fmla="*/ 591888 h 1028787"/>
              <a:gd name="connsiteX31" fmla="*/ 1257547 w 1867147"/>
              <a:gd name="connsiteY31" fmla="*/ 439488 h 1028787"/>
              <a:gd name="connsiteX32" fmla="*/ 1327397 w 1867147"/>
              <a:gd name="connsiteY32" fmla="*/ 674438 h 1028787"/>
              <a:gd name="connsiteX33" fmla="*/ 1346447 w 1867147"/>
              <a:gd name="connsiteY33" fmla="*/ 591888 h 1028787"/>
              <a:gd name="connsiteX34" fmla="*/ 1371847 w 1867147"/>
              <a:gd name="connsiteY34" fmla="*/ 426788 h 1028787"/>
              <a:gd name="connsiteX35" fmla="*/ 1378197 w 1867147"/>
              <a:gd name="connsiteY35" fmla="*/ 541088 h 1028787"/>
              <a:gd name="connsiteX36" fmla="*/ 1390897 w 1867147"/>
              <a:gd name="connsiteY36" fmla="*/ 522038 h 1028787"/>
              <a:gd name="connsiteX37" fmla="*/ 1454397 w 1867147"/>
              <a:gd name="connsiteY37" fmla="*/ 147388 h 1028787"/>
              <a:gd name="connsiteX38" fmla="*/ 1460747 w 1867147"/>
              <a:gd name="connsiteY38" fmla="*/ 585538 h 1028787"/>
              <a:gd name="connsiteX39" fmla="*/ 1473447 w 1867147"/>
              <a:gd name="connsiteY39" fmla="*/ 693488 h 1028787"/>
              <a:gd name="connsiteX40" fmla="*/ 1562347 w 1867147"/>
              <a:gd name="connsiteY40" fmla="*/ 401388 h 1028787"/>
              <a:gd name="connsiteX41" fmla="*/ 1587747 w 1867147"/>
              <a:gd name="connsiteY41" fmla="*/ 414088 h 1028787"/>
              <a:gd name="connsiteX42" fmla="*/ 1600447 w 1867147"/>
              <a:gd name="connsiteY42" fmla="*/ 680788 h 1028787"/>
              <a:gd name="connsiteX43" fmla="*/ 1663947 w 1867147"/>
              <a:gd name="connsiteY43" fmla="*/ 439488 h 1028787"/>
              <a:gd name="connsiteX44" fmla="*/ 1733797 w 1867147"/>
              <a:gd name="connsiteY44" fmla="*/ 826838 h 1028787"/>
              <a:gd name="connsiteX45" fmla="*/ 1790947 w 1867147"/>
              <a:gd name="connsiteY45" fmla="*/ 528388 h 1028787"/>
              <a:gd name="connsiteX46" fmla="*/ 1829047 w 1867147"/>
              <a:gd name="connsiteY46" fmla="*/ 426788 h 1028787"/>
              <a:gd name="connsiteX47" fmla="*/ 1841747 w 1867147"/>
              <a:gd name="connsiteY47" fmla="*/ 20388 h 1028787"/>
              <a:gd name="connsiteX48" fmla="*/ 1854447 w 1867147"/>
              <a:gd name="connsiteY48" fmla="*/ 369638 h 1028787"/>
              <a:gd name="connsiteX49" fmla="*/ 1867147 w 1867147"/>
              <a:gd name="connsiteY49" fmla="*/ 458538 h 1028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867147" h="1028787">
                <a:moveTo>
                  <a:pt x="12947" y="553788"/>
                </a:moveTo>
                <a:cubicBezTo>
                  <a:pt x="3259" y="495660"/>
                  <a:pt x="-29499" y="338013"/>
                  <a:pt x="70097" y="344238"/>
                </a:cubicBezTo>
                <a:cubicBezTo>
                  <a:pt x="130591" y="348019"/>
                  <a:pt x="95497" y="462771"/>
                  <a:pt x="108197" y="522038"/>
                </a:cubicBezTo>
                <a:cubicBezTo>
                  <a:pt x="125331" y="436367"/>
                  <a:pt x="165102" y="232343"/>
                  <a:pt x="190747" y="236288"/>
                </a:cubicBezTo>
                <a:cubicBezTo>
                  <a:pt x="278638" y="249810"/>
                  <a:pt x="194980" y="414088"/>
                  <a:pt x="197097" y="502988"/>
                </a:cubicBezTo>
                <a:cubicBezTo>
                  <a:pt x="224614" y="426788"/>
                  <a:pt x="201748" y="296645"/>
                  <a:pt x="279647" y="274388"/>
                </a:cubicBezTo>
                <a:cubicBezTo>
                  <a:pt x="344806" y="255771"/>
                  <a:pt x="226759" y="444678"/>
                  <a:pt x="285997" y="477588"/>
                </a:cubicBezTo>
                <a:cubicBezTo>
                  <a:pt x="338102" y="506535"/>
                  <a:pt x="319864" y="363288"/>
                  <a:pt x="336797" y="306138"/>
                </a:cubicBezTo>
                <a:cubicBezTo>
                  <a:pt x="338914" y="405621"/>
                  <a:pt x="333246" y="505576"/>
                  <a:pt x="343147" y="604588"/>
                </a:cubicBezTo>
                <a:cubicBezTo>
                  <a:pt x="344751" y="620628"/>
                  <a:pt x="357183" y="575458"/>
                  <a:pt x="362197" y="560138"/>
                </a:cubicBezTo>
                <a:cubicBezTo>
                  <a:pt x="395306" y="458973"/>
                  <a:pt x="425697" y="356938"/>
                  <a:pt x="457447" y="255338"/>
                </a:cubicBezTo>
                <a:cubicBezTo>
                  <a:pt x="472264" y="505105"/>
                  <a:pt x="428885" y="765322"/>
                  <a:pt x="501897" y="1004638"/>
                </a:cubicBezTo>
                <a:cubicBezTo>
                  <a:pt x="538967" y="1126144"/>
                  <a:pt x="555868" y="756027"/>
                  <a:pt x="571747" y="629988"/>
                </a:cubicBezTo>
                <a:cubicBezTo>
                  <a:pt x="589787" y="486798"/>
                  <a:pt x="592914" y="342121"/>
                  <a:pt x="603497" y="198188"/>
                </a:cubicBezTo>
                <a:cubicBezTo>
                  <a:pt x="626780" y="318838"/>
                  <a:pt x="641780" y="441386"/>
                  <a:pt x="673347" y="560138"/>
                </a:cubicBezTo>
                <a:cubicBezTo>
                  <a:pt x="686488" y="609573"/>
                  <a:pt x="707243" y="741552"/>
                  <a:pt x="736847" y="699838"/>
                </a:cubicBezTo>
                <a:cubicBezTo>
                  <a:pt x="763604" y="662135"/>
                  <a:pt x="819267" y="327520"/>
                  <a:pt x="838447" y="217238"/>
                </a:cubicBezTo>
                <a:cubicBezTo>
                  <a:pt x="836330" y="253221"/>
                  <a:pt x="830460" y="289180"/>
                  <a:pt x="832097" y="325188"/>
                </a:cubicBezTo>
                <a:cubicBezTo>
                  <a:pt x="832615" y="336575"/>
                  <a:pt x="835313" y="363261"/>
                  <a:pt x="844797" y="356938"/>
                </a:cubicBezTo>
                <a:cubicBezTo>
                  <a:pt x="862143" y="345374"/>
                  <a:pt x="861730" y="318838"/>
                  <a:pt x="870197" y="299788"/>
                </a:cubicBezTo>
                <a:cubicBezTo>
                  <a:pt x="876547" y="386571"/>
                  <a:pt x="879422" y="473679"/>
                  <a:pt x="889247" y="560138"/>
                </a:cubicBezTo>
                <a:cubicBezTo>
                  <a:pt x="890109" y="567721"/>
                  <a:pt x="899703" y="586482"/>
                  <a:pt x="901947" y="579188"/>
                </a:cubicBezTo>
                <a:cubicBezTo>
                  <a:pt x="920381" y="519277"/>
                  <a:pt x="922035" y="455078"/>
                  <a:pt x="940047" y="395038"/>
                </a:cubicBezTo>
                <a:cubicBezTo>
                  <a:pt x="953943" y="348717"/>
                  <a:pt x="978147" y="306138"/>
                  <a:pt x="997197" y="261688"/>
                </a:cubicBezTo>
                <a:cubicBezTo>
                  <a:pt x="1003547" y="378105"/>
                  <a:pt x="924570" y="538906"/>
                  <a:pt x="1016247" y="610938"/>
                </a:cubicBezTo>
                <a:cubicBezTo>
                  <a:pt x="1195364" y="751673"/>
                  <a:pt x="1053073" y="199441"/>
                  <a:pt x="1092447" y="356938"/>
                </a:cubicBezTo>
                <a:cubicBezTo>
                  <a:pt x="1094564" y="467005"/>
                  <a:pt x="1017646" y="612749"/>
                  <a:pt x="1098797" y="687138"/>
                </a:cubicBezTo>
                <a:cubicBezTo>
                  <a:pt x="1165032" y="747854"/>
                  <a:pt x="1141151" y="512330"/>
                  <a:pt x="1168647" y="426788"/>
                </a:cubicBezTo>
                <a:cubicBezTo>
                  <a:pt x="1179369" y="393432"/>
                  <a:pt x="1198280" y="363288"/>
                  <a:pt x="1213097" y="331538"/>
                </a:cubicBezTo>
                <a:cubicBezTo>
                  <a:pt x="1215214" y="433138"/>
                  <a:pt x="1212031" y="534987"/>
                  <a:pt x="1219447" y="636338"/>
                </a:cubicBezTo>
                <a:cubicBezTo>
                  <a:pt x="1220572" y="651706"/>
                  <a:pt x="1229219" y="607017"/>
                  <a:pt x="1232147" y="591888"/>
                </a:cubicBezTo>
                <a:cubicBezTo>
                  <a:pt x="1241933" y="541326"/>
                  <a:pt x="1249080" y="490288"/>
                  <a:pt x="1257547" y="439488"/>
                </a:cubicBezTo>
                <a:cubicBezTo>
                  <a:pt x="1345407" y="527348"/>
                  <a:pt x="1138434" y="313690"/>
                  <a:pt x="1327397" y="674438"/>
                </a:cubicBezTo>
                <a:cubicBezTo>
                  <a:pt x="1340500" y="699454"/>
                  <a:pt x="1341458" y="619684"/>
                  <a:pt x="1346447" y="591888"/>
                </a:cubicBezTo>
                <a:cubicBezTo>
                  <a:pt x="1356284" y="537083"/>
                  <a:pt x="1363380" y="481821"/>
                  <a:pt x="1371847" y="426788"/>
                </a:cubicBezTo>
                <a:cubicBezTo>
                  <a:pt x="1373964" y="464888"/>
                  <a:pt x="1370713" y="503670"/>
                  <a:pt x="1378197" y="541088"/>
                </a:cubicBezTo>
                <a:cubicBezTo>
                  <a:pt x="1379694" y="548572"/>
                  <a:pt x="1389447" y="529531"/>
                  <a:pt x="1390897" y="522038"/>
                </a:cubicBezTo>
                <a:cubicBezTo>
                  <a:pt x="1414966" y="397681"/>
                  <a:pt x="1433230" y="272271"/>
                  <a:pt x="1454397" y="147388"/>
                </a:cubicBezTo>
                <a:cubicBezTo>
                  <a:pt x="1456514" y="293438"/>
                  <a:pt x="1455655" y="439561"/>
                  <a:pt x="1460747" y="585538"/>
                </a:cubicBezTo>
                <a:cubicBezTo>
                  <a:pt x="1462010" y="621747"/>
                  <a:pt x="1455944" y="725211"/>
                  <a:pt x="1473447" y="693488"/>
                </a:cubicBezTo>
                <a:cubicBezTo>
                  <a:pt x="1522613" y="604375"/>
                  <a:pt x="1532714" y="498755"/>
                  <a:pt x="1562347" y="401388"/>
                </a:cubicBezTo>
                <a:cubicBezTo>
                  <a:pt x="1570814" y="405621"/>
                  <a:pt x="1586468" y="404709"/>
                  <a:pt x="1587747" y="414088"/>
                </a:cubicBezTo>
                <a:cubicBezTo>
                  <a:pt x="1599772" y="502273"/>
                  <a:pt x="1516013" y="652643"/>
                  <a:pt x="1600447" y="680788"/>
                </a:cubicBezTo>
                <a:cubicBezTo>
                  <a:pt x="1679351" y="707089"/>
                  <a:pt x="1663947" y="439488"/>
                  <a:pt x="1663947" y="439488"/>
                </a:cubicBezTo>
                <a:cubicBezTo>
                  <a:pt x="1665601" y="451065"/>
                  <a:pt x="1717290" y="841282"/>
                  <a:pt x="1733797" y="826838"/>
                </a:cubicBezTo>
                <a:cubicBezTo>
                  <a:pt x="1810026" y="760138"/>
                  <a:pt x="1772503" y="627985"/>
                  <a:pt x="1790947" y="528388"/>
                </a:cubicBezTo>
                <a:cubicBezTo>
                  <a:pt x="1804571" y="454819"/>
                  <a:pt x="1783925" y="508008"/>
                  <a:pt x="1829047" y="426788"/>
                </a:cubicBezTo>
                <a:cubicBezTo>
                  <a:pt x="1833280" y="291321"/>
                  <a:pt x="1786702" y="144239"/>
                  <a:pt x="1841747" y="20388"/>
                </a:cubicBezTo>
                <a:cubicBezTo>
                  <a:pt x="1889060" y="-86065"/>
                  <a:pt x="1847801" y="253334"/>
                  <a:pt x="1854447" y="369638"/>
                </a:cubicBezTo>
                <a:cubicBezTo>
                  <a:pt x="1867427" y="596784"/>
                  <a:pt x="1867147" y="488342"/>
                  <a:pt x="1867147" y="458538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Picture 35" descr="\documentclass{article}&#10;\usepackage{amsmath}&#10;\usepackage{mathrsfs}&#10;\usepackage{amssymb} % for \mathfrak&#10;\pagestyle{empty}&#10;\begin{document}&#10;&#10;\begin{equation*}&#10;S(f)&#10;\end{equation*}&#10;&#10;\end{document}" title="IguanaTex Bitmap Display">
            <a:extLst>
              <a:ext uri="{FF2B5EF4-FFF2-40B4-BE49-F238E27FC236}">
                <a16:creationId xmlns:a16="http://schemas.microsoft.com/office/drawing/2014/main" id="{E8740B83-D391-E76A-DAAA-D98B1549AD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256397" y="-176460"/>
            <a:ext cx="480000" cy="254476"/>
          </a:xfrm>
          <a:prstGeom prst="rect">
            <a:avLst/>
          </a:prstGeom>
        </p:spPr>
      </p:pic>
      <p:pic>
        <p:nvPicPr>
          <p:cNvPr id="37" name="Picture 36" descr="\documentclass{article}&#10;\usepackage{amsmath}&#10;\usepackage{mathrsfs}&#10;\usepackage{amssymb} % for \mathfrak&#10;\pagestyle{empty}&#10;\begin{document}&#10;&#10;\begin{equation*}&#10;\sigma^2&#10;\end{equation*}&#10;&#10;\end{document}" title="IguanaTex Bitmap Display">
            <a:extLst>
              <a:ext uri="{FF2B5EF4-FFF2-40B4-BE49-F238E27FC236}">
                <a16:creationId xmlns:a16="http://schemas.microsoft.com/office/drawing/2014/main" id="{03CE5C7F-B5F6-11CE-4726-ED8BF7C961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6353324" y="371475"/>
            <a:ext cx="234667" cy="225524"/>
          </a:xfrm>
          <a:prstGeom prst="rect">
            <a:avLst/>
          </a:prstGeom>
        </p:spPr>
      </p:pic>
      <p:pic>
        <p:nvPicPr>
          <p:cNvPr id="39" name="Picture 38" descr="\documentclass{article}&#10;\usepackage{amsmath}&#10;\usepackage{mathrsfs}&#10;\usepackage{amssymb} % for \mathfrak&#10;\pagestyle{empty}&#10;\begin{document}&#10;&#10;\begin{equation*}&#10;t&#10;\end{equation*}&#10;&#10;\end{document}" title="IguanaTex Bitmap Display">
            <a:extLst>
              <a:ext uri="{FF2B5EF4-FFF2-40B4-BE49-F238E27FC236}">
                <a16:creationId xmlns:a16="http://schemas.microsoft.com/office/drawing/2014/main" id="{693847B6-587C-161E-A924-A356E9A651F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738696" y="1040398"/>
            <a:ext cx="79238" cy="163048"/>
          </a:xfrm>
          <a:prstGeom prst="rect">
            <a:avLst/>
          </a:prstGeom>
        </p:spPr>
      </p:pic>
      <p:pic>
        <p:nvPicPr>
          <p:cNvPr id="40" name="Picture 39" descr="\documentclass{article}&#10;\usepackage{amsmath}&#10;\usepackage{mathrsfs}&#10;\usepackage{amssymb} % for \mathfrak&#10;\pagestyle{empty}&#10;\begin{document}&#10;&#10;\begin{equation*}&#10;f&#10;\end{equation*}&#10;&#10;\end{document}" title="IguanaTex Bitmap Display">
            <a:extLst>
              <a:ext uri="{FF2B5EF4-FFF2-40B4-BE49-F238E27FC236}">
                <a16:creationId xmlns:a16="http://schemas.microsoft.com/office/drawing/2014/main" id="{A2CC70D0-62E7-8962-B86A-893D6179122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8020594" y="1059558"/>
            <a:ext cx="128000" cy="230095"/>
          </a:xfrm>
          <a:prstGeom prst="rect">
            <a:avLst/>
          </a:prstGeom>
        </p:spPr>
      </p:pic>
      <p:pic>
        <p:nvPicPr>
          <p:cNvPr id="41" name="Picture 40" descr="\documentclass{article}&#10;\usepackage{amsmath}&#10;\usepackage{mathrsfs}&#10;\usepackage{amssymb} % for \mathfrak&#10;\pagestyle{empty}&#10;\begin{document}&#10;&#10;\begin{equation*}&#10;r_\tau&#10;\end{equation*}&#10;&#10;\end{document}" title="IguanaTex Bitmap Display">
            <a:extLst>
              <a:ext uri="{FF2B5EF4-FFF2-40B4-BE49-F238E27FC236}">
                <a16:creationId xmlns:a16="http://schemas.microsoft.com/office/drawing/2014/main" id="{18507109-1A8D-9E3E-E63E-09B8DF1C7DD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4323220" y="-65132"/>
            <a:ext cx="211810" cy="150857"/>
          </a:xfrm>
          <a:prstGeom prst="rect">
            <a:avLst/>
          </a:prstGeom>
        </p:spPr>
      </p:pic>
      <p:pic>
        <p:nvPicPr>
          <p:cNvPr id="42" name="Picture 41" descr="\documentclass{article}&#10;\usepackage{amsmath}&#10;\usepackage{mathrsfs}&#10;\usepackage{amssymb} % for \mathfrak&#10;\pagestyle{empty}&#10;\begin{document}&#10;&#10;\begin{equation*}&#10;S(f) = \sigma^2&#10;\end{equation*}&#10;&#10;\end{document}" title="IguanaTex Bitmap Display">
            <a:extLst>
              <a:ext uri="{FF2B5EF4-FFF2-40B4-BE49-F238E27FC236}">
                <a16:creationId xmlns:a16="http://schemas.microsoft.com/office/drawing/2014/main" id="{3FAABD69-F792-CB5D-4C07-2494991FF82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6587991" y="1388982"/>
            <a:ext cx="1084952" cy="286476"/>
          </a:xfrm>
          <a:prstGeom prst="rect">
            <a:avLst/>
          </a:prstGeom>
        </p:spPr>
      </p:pic>
      <p:pic>
        <p:nvPicPr>
          <p:cNvPr id="43" name="Picture 42" descr="\documentclass{article}&#10;\usepackage{amsmath}&#10;\usepackage{mathrsfs}&#10;\usepackage{amssymb} % for \mathfrak&#10;\pagestyle{empty}&#10;\begin{document}&#10;&#10;\begin{equation*}&#10;y(t)&#10;\end{equation*}&#10;&#10;\end{document}" title="IguanaTex Bitmap Display">
            <a:extLst>
              <a:ext uri="{FF2B5EF4-FFF2-40B4-BE49-F238E27FC236}">
                <a16:creationId xmlns:a16="http://schemas.microsoft.com/office/drawing/2014/main" id="{E7CEA584-B027-89A6-11F9-1EA6CE7A41F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1989495" y="-168751"/>
            <a:ext cx="391619" cy="254476"/>
          </a:xfrm>
          <a:prstGeom prst="rect">
            <a:avLst/>
          </a:prstGeom>
        </p:spPr>
      </p:pic>
      <p:pic>
        <p:nvPicPr>
          <p:cNvPr id="45" name="Picture 44" descr="\documentclass{article}&#10;\usepackage{amsmath}&#10;\usepackage{mathrsfs}&#10;\usepackage{amssymb} % for \mathfrak&#10;\pagestyle{empty}&#10;\begin{document}&#10;&#10;\begin{equation*}&#10;r_{\tau} = \sigma^2 \delta(\tau)&#10;\end{equation*}&#10;&#10;\end{document}" title="IguanaTex Bitmap Display">
            <a:extLst>
              <a:ext uri="{FF2B5EF4-FFF2-40B4-BE49-F238E27FC236}">
                <a16:creationId xmlns:a16="http://schemas.microsoft.com/office/drawing/2014/main" id="{CA58AFDA-94E5-31FF-3F77-EA69EBD32C8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4519869" y="1388982"/>
            <a:ext cx="1272381" cy="286476"/>
          </a:xfrm>
          <a:prstGeom prst="rect">
            <a:avLst/>
          </a:prstGeom>
        </p:spPr>
      </p:pic>
      <p:pic>
        <p:nvPicPr>
          <p:cNvPr id="46" name="Picture 45" descr="\documentclass{article}&#10;\usepackage{amsmath}&#10;\usepackage{mathrsfs}&#10;\usepackage{amssymb} % for \mathfrak&#10;\pagestyle{empty}&#10;\begin{document}&#10;&#10;\begin{equation*}&#10;\tau&#10;\end{equation*}&#10;&#10;\end{document}" title="IguanaTex Bitmap Display">
            <a:extLst>
              <a:ext uri="{FF2B5EF4-FFF2-40B4-BE49-F238E27FC236}">
                <a16:creationId xmlns:a16="http://schemas.microsoft.com/office/drawing/2014/main" id="{77E0B23B-4826-DF5F-6A48-97063A3A572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5886846" y="1105669"/>
            <a:ext cx="123429" cy="11276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8934BB1-75B5-2B0B-F47A-1541CF205D09}"/>
              </a:ext>
            </a:extLst>
          </p:cNvPr>
          <p:cNvSpPr txBox="1"/>
          <p:nvPr/>
        </p:nvSpPr>
        <p:spPr>
          <a:xfrm>
            <a:off x="2498501" y="-168751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 noise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39C7F4-2E1F-A21F-1DBD-340E00D81A3B}"/>
              </a:ext>
            </a:extLst>
          </p:cNvPr>
          <p:cNvSpPr txBox="1"/>
          <p:nvPr/>
        </p:nvSpPr>
        <p:spPr>
          <a:xfrm>
            <a:off x="4535030" y="-574479"/>
            <a:ext cx="163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autocorrelation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F82297-EB27-87A9-52AF-DABE0E8B0357}"/>
              </a:ext>
            </a:extLst>
          </p:cNvPr>
          <p:cNvSpPr txBox="1"/>
          <p:nvPr/>
        </p:nvSpPr>
        <p:spPr>
          <a:xfrm>
            <a:off x="6812846" y="-366295"/>
            <a:ext cx="1207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PSD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D2D15E6-2F1A-88FA-149A-BEDE75AD3D14}"/>
              </a:ext>
            </a:extLst>
          </p:cNvPr>
          <p:cNvCxnSpPr>
            <a:cxnSpLocks/>
          </p:cNvCxnSpPr>
          <p:nvPr/>
        </p:nvCxnSpPr>
        <p:spPr>
          <a:xfrm flipV="1">
            <a:off x="4903867" y="2499594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0DE1501-2A54-12A1-FEBB-A8F8ACDB8225}"/>
              </a:ext>
            </a:extLst>
          </p:cNvPr>
          <p:cNvCxnSpPr>
            <a:cxnSpLocks/>
          </p:cNvCxnSpPr>
          <p:nvPr/>
        </p:nvCxnSpPr>
        <p:spPr>
          <a:xfrm>
            <a:off x="4694317" y="3347319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E323BCE-1A1C-5F64-1676-1E651AB6803D}"/>
              </a:ext>
            </a:extLst>
          </p:cNvPr>
          <p:cNvCxnSpPr>
            <a:cxnSpLocks/>
          </p:cNvCxnSpPr>
          <p:nvPr/>
        </p:nvCxnSpPr>
        <p:spPr>
          <a:xfrm flipV="1">
            <a:off x="7001589" y="2499594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E63F67B-8241-6CCB-7DB8-E7B5D11C8510}"/>
              </a:ext>
            </a:extLst>
          </p:cNvPr>
          <p:cNvCxnSpPr>
            <a:cxnSpLocks/>
          </p:cNvCxnSpPr>
          <p:nvPr/>
        </p:nvCxnSpPr>
        <p:spPr>
          <a:xfrm>
            <a:off x="6792039" y="3347319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77A9D7-2484-C317-1337-C6FE5EE8E766}"/>
              </a:ext>
            </a:extLst>
          </p:cNvPr>
          <p:cNvCxnSpPr>
            <a:cxnSpLocks/>
          </p:cNvCxnSpPr>
          <p:nvPr/>
        </p:nvCxnSpPr>
        <p:spPr>
          <a:xfrm flipV="1">
            <a:off x="2660047" y="2486274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6D433CF-37F6-7556-99D3-F85238F8F5FB}"/>
              </a:ext>
            </a:extLst>
          </p:cNvPr>
          <p:cNvCxnSpPr>
            <a:cxnSpLocks/>
          </p:cNvCxnSpPr>
          <p:nvPr/>
        </p:nvCxnSpPr>
        <p:spPr>
          <a:xfrm>
            <a:off x="2450497" y="3333999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9" name="Picture 58" descr="\documentclass{article}&#10;\usepackage{amsmath}&#10;\usepackage{mathrsfs}&#10;\usepackage{amssymb} % for \mathfrak&#10;\pagestyle{empty}&#10;\begin{document}&#10;&#10;\begin{equation*}&#10;S(f)&#10;\end{equation*}&#10;&#10;\end{document}" title="IguanaTex Bitmap Display">
            <a:extLst>
              <a:ext uri="{FF2B5EF4-FFF2-40B4-BE49-F238E27FC236}">
                <a16:creationId xmlns:a16="http://schemas.microsoft.com/office/drawing/2014/main" id="{83F8F2DC-17B3-F2CD-8B2E-C6FAD85442D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521589" y="2237409"/>
            <a:ext cx="480000" cy="254476"/>
          </a:xfrm>
          <a:prstGeom prst="rect">
            <a:avLst/>
          </a:prstGeom>
        </p:spPr>
      </p:pic>
      <p:pic>
        <p:nvPicPr>
          <p:cNvPr id="61" name="Picture 60" descr="\documentclass{article}&#10;\usepackage{amsmath}&#10;\usepackage{mathrsfs}&#10;\usepackage{amssymb} % for \mathfrak&#10;\pagestyle{empty}&#10;\begin{document}&#10;&#10;\begin{equation*}&#10;t&#10;\end{equation*}&#10;&#10;\end{document}" title="IguanaTex Bitmap Display">
            <a:extLst>
              <a:ext uri="{FF2B5EF4-FFF2-40B4-BE49-F238E27FC236}">
                <a16:creationId xmlns:a16="http://schemas.microsoft.com/office/drawing/2014/main" id="{FD485EB4-4C01-73A0-B1C7-60C1923926C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003888" y="3454267"/>
            <a:ext cx="79238" cy="163048"/>
          </a:xfrm>
          <a:prstGeom prst="rect">
            <a:avLst/>
          </a:prstGeom>
        </p:spPr>
      </p:pic>
      <p:pic>
        <p:nvPicPr>
          <p:cNvPr id="62" name="Picture 61" descr="\documentclass{article}&#10;\usepackage{amsmath}&#10;\usepackage{mathrsfs}&#10;\usepackage{amssymb} % for \mathfrak&#10;\pagestyle{empty}&#10;\begin{document}&#10;&#10;\begin{equation*}&#10;f&#10;\end{equation*}&#10;&#10;\end{document}" title="IguanaTex Bitmap Display">
            <a:extLst>
              <a:ext uri="{FF2B5EF4-FFF2-40B4-BE49-F238E27FC236}">
                <a16:creationId xmlns:a16="http://schemas.microsoft.com/office/drawing/2014/main" id="{3D55A899-0549-CCDA-2F36-7AC413FB450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8285786" y="3473427"/>
            <a:ext cx="128000" cy="230095"/>
          </a:xfrm>
          <a:prstGeom prst="rect">
            <a:avLst/>
          </a:prstGeom>
        </p:spPr>
      </p:pic>
      <p:pic>
        <p:nvPicPr>
          <p:cNvPr id="63" name="Picture 62" descr="\documentclass{article}&#10;\usepackage{amsmath}&#10;\usepackage{mathrsfs}&#10;\usepackage{amssymb} % for \mathfrak&#10;\pagestyle{empty}&#10;\begin{document}&#10;&#10;\begin{equation*}&#10;r_\tau&#10;\end{equation*}&#10;&#10;\end{document}" title="IguanaTex Bitmap Display">
            <a:extLst>
              <a:ext uri="{FF2B5EF4-FFF2-40B4-BE49-F238E27FC236}">
                <a16:creationId xmlns:a16="http://schemas.microsoft.com/office/drawing/2014/main" id="{83811A08-D183-4A76-53D0-7AEBC19ACA1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4588412" y="2348737"/>
            <a:ext cx="211810" cy="150857"/>
          </a:xfrm>
          <a:prstGeom prst="rect">
            <a:avLst/>
          </a:prstGeom>
        </p:spPr>
      </p:pic>
      <p:pic>
        <p:nvPicPr>
          <p:cNvPr id="65" name="Picture 64" descr="\documentclass{article}&#10;\usepackage{amsmath}&#10;\usepackage{mathrsfs}&#10;\usepackage{amssymb} % for \mathfrak&#10;\pagestyle{empty}&#10;\begin{document}&#10;&#10;\begin{equation*}&#10;y(t)&#10;\end{equation*}&#10;&#10;\end{document}" title="IguanaTex Bitmap Display">
            <a:extLst>
              <a:ext uri="{FF2B5EF4-FFF2-40B4-BE49-F238E27FC236}">
                <a16:creationId xmlns:a16="http://schemas.microsoft.com/office/drawing/2014/main" id="{D9343D08-937E-498F-0933-DD88DEDC0BC7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2254687" y="2245118"/>
            <a:ext cx="391619" cy="254476"/>
          </a:xfrm>
          <a:prstGeom prst="rect">
            <a:avLst/>
          </a:prstGeom>
        </p:spPr>
      </p:pic>
      <p:pic>
        <p:nvPicPr>
          <p:cNvPr id="67" name="Picture 66" descr="\documentclass{article}&#10;\usepackage{amsmath}&#10;\usepackage{mathrsfs}&#10;\usepackage{amssymb} % for \mathfrak&#10;\pagestyle{empty}&#10;\begin{document}&#10;&#10;\begin{equation*}&#10;\tau&#10;\end{equation*}&#10;&#10;\end{document}" title="IguanaTex Bitmap Display">
            <a:extLst>
              <a:ext uri="{FF2B5EF4-FFF2-40B4-BE49-F238E27FC236}">
                <a16:creationId xmlns:a16="http://schemas.microsoft.com/office/drawing/2014/main" id="{80D1A020-01B9-EA8E-8302-4D39812049CB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152038" y="3519538"/>
            <a:ext cx="123429" cy="11276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F4A4144-2642-1F8F-E5EC-EE7467BF9BC0}"/>
              </a:ext>
            </a:extLst>
          </p:cNvPr>
          <p:cNvSpPr txBox="1"/>
          <p:nvPr/>
        </p:nvSpPr>
        <p:spPr>
          <a:xfrm>
            <a:off x="2763693" y="2245118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C7BAE7E-CFF2-400F-D000-3B669DD61A3B}"/>
              </a:ext>
            </a:extLst>
          </p:cNvPr>
          <p:cNvCxnSpPr>
            <a:cxnSpLocks/>
          </p:cNvCxnSpPr>
          <p:nvPr/>
        </p:nvCxnSpPr>
        <p:spPr>
          <a:xfrm>
            <a:off x="2498501" y="3068004"/>
            <a:ext cx="1360488" cy="0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75" name="Picture 74" descr="\documentclass{article}&#10;\usepackage{amsmath}&#10;\usepackage{mathrsfs}&#10;\usepackage{amssymb} % for \mathfrak&#10;\pagestyle{empty}&#10;\begin{document}&#10;&#10;\begin{equation*}&#10;A&#10;\end{equation*}&#10;&#10;\end{document}" title="IguanaTex Bitmap Display">
            <a:extLst>
              <a:ext uri="{FF2B5EF4-FFF2-40B4-BE49-F238E27FC236}">
                <a16:creationId xmlns:a16="http://schemas.microsoft.com/office/drawing/2014/main" id="{89879DFA-EA06-7E05-273E-7989F658AAA4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2254687" y="2956434"/>
            <a:ext cx="175238" cy="181333"/>
          </a:xfrm>
          <a:prstGeom prst="rect">
            <a:avLst/>
          </a:prstGeom>
        </p:spPr>
      </p:pic>
      <p:pic>
        <p:nvPicPr>
          <p:cNvPr id="76" name="Picture 75" descr="\documentclass{article}&#10;\usepackage{amsmath}&#10;\usepackage{mathrsfs}&#10;\usepackage{amssymb} % for \mathfrak&#10;\pagestyle{empty}&#10;\begin{document}&#10;&#10;\begin{equation*}&#10;S(f) = A^2 \delta(f)&#10;\end{equation*}&#10;&#10;\end{document}" title="IguanaTex Bitmap Display">
            <a:extLst>
              <a:ext uri="{FF2B5EF4-FFF2-40B4-BE49-F238E27FC236}">
                <a16:creationId xmlns:a16="http://schemas.microsoft.com/office/drawing/2014/main" id="{19E4AE50-35B1-2579-C732-FB33A419DDF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6696451" y="3729749"/>
            <a:ext cx="1589333" cy="286476"/>
          </a:xfrm>
          <a:prstGeom prst="rect">
            <a:avLst/>
          </a:prstGeom>
        </p:spPr>
      </p:pic>
      <p:pic>
        <p:nvPicPr>
          <p:cNvPr id="77" name="Picture 76" descr="\documentclass{article}&#10;\usepackage{amsmath}&#10;\usepackage{mathrsfs}&#10;\usepackage{amssymb} % for \mathfrak&#10;\pagestyle{empty}&#10;\begin{document}&#10;&#10;\begin{equation*}&#10;r_{\tau} = A^2&#10;\end{equation*}&#10;&#10;\end{document}" title="IguanaTex Bitmap Display">
            <a:extLst>
              <a:ext uri="{FF2B5EF4-FFF2-40B4-BE49-F238E27FC236}">
                <a16:creationId xmlns:a16="http://schemas.microsoft.com/office/drawing/2014/main" id="{5655136C-8FB1-0376-1F5C-4EC4CEEE38B2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4769086" y="3741939"/>
            <a:ext cx="850286" cy="262095"/>
          </a:xfrm>
          <a:prstGeom prst="rect">
            <a:avLst/>
          </a:prstGeom>
        </p:spPr>
      </p:pic>
      <p:pic>
        <p:nvPicPr>
          <p:cNvPr id="78" name="Picture 77" descr="\documentclass{article}&#10;\usepackage{amsmath}&#10;\usepackage{mathrsfs}&#10;\usepackage{amssymb} % for \mathfrak&#10;\pagestyle{empty}&#10;\begin{document}&#10;&#10;\begin{equation*}&#10;r_{\tau} = A^2&#10;\end{equation*}&#10;&#10;\end{document}" title="IguanaTex Bitmap Display">
            <a:extLst>
              <a:ext uri="{FF2B5EF4-FFF2-40B4-BE49-F238E27FC236}">
                <a16:creationId xmlns:a16="http://schemas.microsoft.com/office/drawing/2014/main" id="{7678F0EF-D41D-D321-65BB-8C0B30EE2BEF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3"/>
          <a:srcRect l="63000" t="-24643" r="-15276" b="-1"/>
          <a:stretch>
            <a:fillRect/>
          </a:stretch>
        </p:blipFill>
        <p:spPr>
          <a:xfrm>
            <a:off x="6506090" y="2592916"/>
            <a:ext cx="444500" cy="326686"/>
          </a:xfrm>
          <a:prstGeom prst="rect">
            <a:avLst/>
          </a:prstGeom>
        </p:spPr>
      </p:pic>
      <p:pic>
        <p:nvPicPr>
          <p:cNvPr id="79" name="Picture 78" descr="\documentclass{article}&#10;\usepackage{amsmath}&#10;\usepackage{mathrsfs}&#10;\usepackage{amssymb} % for \mathfrak&#10;\pagestyle{empty}&#10;\begin{document}&#10;&#10;\begin{equation*}&#10;r_{\tau} = A^2&#10;\end{equation*}&#10;&#10;\end{document}" title="IguanaTex Bitmap Display">
            <a:extLst>
              <a:ext uri="{FF2B5EF4-FFF2-40B4-BE49-F238E27FC236}">
                <a16:creationId xmlns:a16="http://schemas.microsoft.com/office/drawing/2014/main" id="{9CB0CFF4-89C0-6528-18EE-5CE900CDF6C6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3"/>
          <a:srcRect l="63000" t="-24643" r="-15276" b="-1"/>
          <a:stretch>
            <a:fillRect/>
          </a:stretch>
        </p:blipFill>
        <p:spPr>
          <a:xfrm>
            <a:off x="4389718" y="2590185"/>
            <a:ext cx="444500" cy="326686"/>
          </a:xfrm>
          <a:prstGeom prst="rect">
            <a:avLst/>
          </a:prstGeom>
        </p:spPr>
      </p:pic>
      <p:pic>
        <p:nvPicPr>
          <p:cNvPr id="80" name="Picture 79" descr="\documentclass{article}&#10;\usepackage{amsmath}&#10;\usepackage{mathrsfs}&#10;\usepackage{amssymb} % for \mathfrak&#10;\pagestyle{empty}&#10;\begin{document}&#10;&#10;\begin{equation*}&#10;\sigma^2&#10;\end{equation*}&#10;&#10;\end{document}" title="IguanaTex Bitmap Display">
            <a:extLst>
              <a:ext uri="{FF2B5EF4-FFF2-40B4-BE49-F238E27FC236}">
                <a16:creationId xmlns:a16="http://schemas.microsoft.com/office/drawing/2014/main" id="{A53E6F35-C4C6-D4A4-B9FC-A956DCAC2D15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4244538" y="246349"/>
            <a:ext cx="234667" cy="225524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7A33C55-D0B6-3799-2495-2A004C245729}"/>
              </a:ext>
            </a:extLst>
          </p:cNvPr>
          <p:cNvCxnSpPr>
            <a:cxnSpLocks/>
          </p:cNvCxnSpPr>
          <p:nvPr/>
        </p:nvCxnSpPr>
        <p:spPr>
          <a:xfrm>
            <a:off x="4500394" y="374134"/>
            <a:ext cx="20955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862BDC-0971-77D1-E2EA-7B390B73A10A}"/>
              </a:ext>
            </a:extLst>
          </p:cNvPr>
          <p:cNvCxnSpPr>
            <a:cxnSpLocks/>
          </p:cNvCxnSpPr>
          <p:nvPr/>
        </p:nvCxnSpPr>
        <p:spPr>
          <a:xfrm flipV="1">
            <a:off x="4638675" y="371475"/>
            <a:ext cx="0" cy="56197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7A0EF91-40EF-37A2-CD46-49020422EC06}"/>
              </a:ext>
            </a:extLst>
          </p:cNvPr>
          <p:cNvCxnSpPr>
            <a:cxnSpLocks/>
          </p:cNvCxnSpPr>
          <p:nvPr/>
        </p:nvCxnSpPr>
        <p:spPr>
          <a:xfrm>
            <a:off x="6868488" y="2792911"/>
            <a:ext cx="20955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A05B0A-63A4-FB2D-9B4D-C7F46E266037}"/>
              </a:ext>
            </a:extLst>
          </p:cNvPr>
          <p:cNvCxnSpPr>
            <a:cxnSpLocks/>
          </p:cNvCxnSpPr>
          <p:nvPr/>
        </p:nvCxnSpPr>
        <p:spPr>
          <a:xfrm flipV="1">
            <a:off x="7001589" y="2785344"/>
            <a:ext cx="0" cy="56197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C1AE61B-C761-B5FF-3D06-64BA7D919244}"/>
              </a:ext>
            </a:extLst>
          </p:cNvPr>
          <p:cNvCxnSpPr>
            <a:cxnSpLocks/>
          </p:cNvCxnSpPr>
          <p:nvPr/>
        </p:nvCxnSpPr>
        <p:spPr>
          <a:xfrm>
            <a:off x="4735512" y="2792911"/>
            <a:ext cx="1360488" cy="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5AC66F3-DC2B-8C98-1DD5-C621AC976F02}"/>
              </a:ext>
            </a:extLst>
          </p:cNvPr>
          <p:cNvSpPr/>
          <p:nvPr/>
        </p:nvSpPr>
        <p:spPr>
          <a:xfrm>
            <a:off x="1768700" y="4400211"/>
            <a:ext cx="6959150" cy="25385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F455BD2-0331-6956-33E0-E93969CAC777}"/>
              </a:ext>
            </a:extLst>
          </p:cNvPr>
          <p:cNvCxnSpPr>
            <a:cxnSpLocks/>
          </p:cNvCxnSpPr>
          <p:nvPr/>
        </p:nvCxnSpPr>
        <p:spPr>
          <a:xfrm flipV="1">
            <a:off x="4923459" y="5066589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9C60F15-FE8A-3F6E-B773-4574A1D4098E}"/>
              </a:ext>
            </a:extLst>
          </p:cNvPr>
          <p:cNvCxnSpPr>
            <a:cxnSpLocks/>
          </p:cNvCxnSpPr>
          <p:nvPr/>
        </p:nvCxnSpPr>
        <p:spPr>
          <a:xfrm>
            <a:off x="4713909" y="5914314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2C59D1A-F3EB-4462-69B5-F64641CBC38D}"/>
              </a:ext>
            </a:extLst>
          </p:cNvPr>
          <p:cNvCxnSpPr>
            <a:cxnSpLocks/>
          </p:cNvCxnSpPr>
          <p:nvPr/>
        </p:nvCxnSpPr>
        <p:spPr>
          <a:xfrm flipV="1">
            <a:off x="7021181" y="5066589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19D9647-44DD-D39A-C99D-DC74A65F2B1D}"/>
              </a:ext>
            </a:extLst>
          </p:cNvPr>
          <p:cNvCxnSpPr>
            <a:cxnSpLocks/>
          </p:cNvCxnSpPr>
          <p:nvPr/>
        </p:nvCxnSpPr>
        <p:spPr>
          <a:xfrm flipV="1">
            <a:off x="2679639" y="5053269"/>
            <a:ext cx="0" cy="10763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9496048-B693-C91C-DC44-3CB852F94B14}"/>
              </a:ext>
            </a:extLst>
          </p:cNvPr>
          <p:cNvCxnSpPr>
            <a:cxnSpLocks/>
          </p:cNvCxnSpPr>
          <p:nvPr/>
        </p:nvCxnSpPr>
        <p:spPr>
          <a:xfrm>
            <a:off x="2470089" y="5900994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4" name="Picture 93" descr="\documentclass{article}&#10;\usepackage{amsmath}&#10;\usepackage{mathrsfs}&#10;\usepackage{amssymb} % for \mathfrak&#10;\pagestyle{empty}&#10;\begin{document}&#10;&#10;\begin{equation*}&#10;S(f)&#10;\end{equation*}&#10;&#10;\end{document}" title="IguanaTex Bitmap Display">
            <a:extLst>
              <a:ext uri="{FF2B5EF4-FFF2-40B4-BE49-F238E27FC236}">
                <a16:creationId xmlns:a16="http://schemas.microsoft.com/office/drawing/2014/main" id="{4801254F-3100-7EC2-7F60-754011B876EE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541181" y="4804404"/>
            <a:ext cx="480000" cy="254476"/>
          </a:xfrm>
          <a:prstGeom prst="rect">
            <a:avLst/>
          </a:prstGeom>
        </p:spPr>
      </p:pic>
      <p:pic>
        <p:nvPicPr>
          <p:cNvPr id="95" name="Picture 94" descr="\documentclass{article}&#10;\usepackage{amsmath}&#10;\usepackage{mathrsfs}&#10;\usepackage{amssymb} % for \mathfrak&#10;\pagestyle{empty}&#10;\begin{document}&#10;&#10;\begin{equation*}&#10;t&#10;\end{equation*}&#10;&#10;\end{document}" title="IguanaTex Bitmap Display">
            <a:extLst>
              <a:ext uri="{FF2B5EF4-FFF2-40B4-BE49-F238E27FC236}">
                <a16:creationId xmlns:a16="http://schemas.microsoft.com/office/drawing/2014/main" id="{2E9F640C-AF4D-BCC6-E67C-008EC738701C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023480" y="6021262"/>
            <a:ext cx="79238" cy="163048"/>
          </a:xfrm>
          <a:prstGeom prst="rect">
            <a:avLst/>
          </a:prstGeom>
        </p:spPr>
      </p:pic>
      <p:pic>
        <p:nvPicPr>
          <p:cNvPr id="96" name="Picture 95" descr="\documentclass{article}&#10;\usepackage{amsmath}&#10;\usepackage{mathrsfs}&#10;\usepackage{amssymb} % for \mathfrak&#10;\pagestyle{empty}&#10;\begin{document}&#10;&#10;\begin{equation*}&#10;f&#10;\end{equation*}&#10;&#10;\end{document}" title="IguanaTex Bitmap Display">
            <a:extLst>
              <a:ext uri="{FF2B5EF4-FFF2-40B4-BE49-F238E27FC236}">
                <a16:creationId xmlns:a16="http://schemas.microsoft.com/office/drawing/2014/main" id="{37F64113-5AFE-2550-8855-438A8B86A387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8305378" y="6040422"/>
            <a:ext cx="128000" cy="230095"/>
          </a:xfrm>
          <a:prstGeom prst="rect">
            <a:avLst/>
          </a:prstGeom>
        </p:spPr>
      </p:pic>
      <p:pic>
        <p:nvPicPr>
          <p:cNvPr id="97" name="Picture 96" descr="\documentclass{article}&#10;\usepackage{amsmath}&#10;\usepackage{mathrsfs}&#10;\usepackage{amssymb} % for \mathfrak&#10;\pagestyle{empty}&#10;\begin{document}&#10;&#10;\begin{equation*}&#10;r_\tau&#10;\end{equation*}&#10;&#10;\end{document}" title="IguanaTex Bitmap Display">
            <a:extLst>
              <a:ext uri="{FF2B5EF4-FFF2-40B4-BE49-F238E27FC236}">
                <a16:creationId xmlns:a16="http://schemas.microsoft.com/office/drawing/2014/main" id="{38AD44B7-875C-F957-AF84-C2499BD58D54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4608004" y="4915732"/>
            <a:ext cx="211810" cy="150857"/>
          </a:xfrm>
          <a:prstGeom prst="rect">
            <a:avLst/>
          </a:prstGeom>
        </p:spPr>
      </p:pic>
      <p:pic>
        <p:nvPicPr>
          <p:cNvPr id="98" name="Picture 97" descr="\documentclass{article}&#10;\usepackage{amsmath}&#10;\usepackage{mathrsfs}&#10;\usepackage{amssymb} % for \mathfrak&#10;\pagestyle{empty}&#10;\begin{document}&#10;&#10;\begin{equation*}&#10;y(t)&#10;\end{equation*}&#10;&#10;\end{document}" title="IguanaTex Bitmap Display">
            <a:extLst>
              <a:ext uri="{FF2B5EF4-FFF2-40B4-BE49-F238E27FC236}">
                <a16:creationId xmlns:a16="http://schemas.microsoft.com/office/drawing/2014/main" id="{22810C04-45DF-CA25-C3C9-BD3A101C46BD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2274279" y="4812113"/>
            <a:ext cx="391619" cy="254476"/>
          </a:xfrm>
          <a:prstGeom prst="rect">
            <a:avLst/>
          </a:prstGeom>
        </p:spPr>
      </p:pic>
      <p:pic>
        <p:nvPicPr>
          <p:cNvPr id="99" name="Picture 98" descr="\documentclass{article}&#10;\usepackage{amsmath}&#10;\usepackage{mathrsfs}&#10;\usepackage{amssymb} % for \mathfrak&#10;\pagestyle{empty}&#10;\begin{document}&#10;&#10;\begin{equation*}&#10;\tau&#10;\end{equation*}&#10;&#10;\end{document}" title="IguanaTex Bitmap Display">
            <a:extLst>
              <a:ext uri="{FF2B5EF4-FFF2-40B4-BE49-F238E27FC236}">
                <a16:creationId xmlns:a16="http://schemas.microsoft.com/office/drawing/2014/main" id="{FB63F1AC-D27D-4467-8C4F-44CB57959D1C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171630" y="6086533"/>
            <a:ext cx="123429" cy="112762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1835CB63-BB39-9877-87BB-D667BA6E26BF}"/>
              </a:ext>
            </a:extLst>
          </p:cNvPr>
          <p:cNvSpPr txBox="1"/>
          <p:nvPr/>
        </p:nvSpPr>
        <p:spPr>
          <a:xfrm>
            <a:off x="2783285" y="4812113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AR(1)</a:t>
            </a:r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E590F7CC-69D7-EBC3-7DC1-39536B4C8146}"/>
              </a:ext>
            </a:extLst>
          </p:cNvPr>
          <p:cNvSpPr/>
          <p:nvPr/>
        </p:nvSpPr>
        <p:spPr>
          <a:xfrm>
            <a:off x="2494342" y="5237391"/>
            <a:ext cx="1381125" cy="979535"/>
          </a:xfrm>
          <a:custGeom>
            <a:avLst/>
            <a:gdLst>
              <a:gd name="connsiteX0" fmla="*/ 0 w 1381125"/>
              <a:gd name="connsiteY0" fmla="*/ 152400 h 979535"/>
              <a:gd name="connsiteX1" fmla="*/ 57150 w 1381125"/>
              <a:gd name="connsiteY1" fmla="*/ 85725 h 979535"/>
              <a:gd name="connsiteX2" fmla="*/ 85725 w 1381125"/>
              <a:gd name="connsiteY2" fmla="*/ 104775 h 979535"/>
              <a:gd name="connsiteX3" fmla="*/ 142875 w 1381125"/>
              <a:gd name="connsiteY3" fmla="*/ 66675 h 979535"/>
              <a:gd name="connsiteX4" fmla="*/ 161925 w 1381125"/>
              <a:gd name="connsiteY4" fmla="*/ 133350 h 979535"/>
              <a:gd name="connsiteX5" fmla="*/ 228600 w 1381125"/>
              <a:gd name="connsiteY5" fmla="*/ 0 h 979535"/>
              <a:gd name="connsiteX6" fmla="*/ 238125 w 1381125"/>
              <a:gd name="connsiteY6" fmla="*/ 47625 h 979535"/>
              <a:gd name="connsiteX7" fmla="*/ 266700 w 1381125"/>
              <a:gd name="connsiteY7" fmla="*/ 57150 h 979535"/>
              <a:gd name="connsiteX8" fmla="*/ 295275 w 1381125"/>
              <a:gd name="connsiteY8" fmla="*/ 152400 h 979535"/>
              <a:gd name="connsiteX9" fmla="*/ 361950 w 1381125"/>
              <a:gd name="connsiteY9" fmla="*/ 47625 h 979535"/>
              <a:gd name="connsiteX10" fmla="*/ 371475 w 1381125"/>
              <a:gd name="connsiteY10" fmla="*/ 152400 h 979535"/>
              <a:gd name="connsiteX11" fmla="*/ 438150 w 1381125"/>
              <a:gd name="connsiteY11" fmla="*/ 419100 h 979535"/>
              <a:gd name="connsiteX12" fmla="*/ 466725 w 1381125"/>
              <a:gd name="connsiteY12" fmla="*/ 409575 h 979535"/>
              <a:gd name="connsiteX13" fmla="*/ 466725 w 1381125"/>
              <a:gd name="connsiteY13" fmla="*/ 790575 h 979535"/>
              <a:gd name="connsiteX14" fmla="*/ 590550 w 1381125"/>
              <a:gd name="connsiteY14" fmla="*/ 971550 h 979535"/>
              <a:gd name="connsiteX15" fmla="*/ 676275 w 1381125"/>
              <a:gd name="connsiteY15" fmla="*/ 942975 h 979535"/>
              <a:gd name="connsiteX16" fmla="*/ 828675 w 1381125"/>
              <a:gd name="connsiteY16" fmla="*/ 647700 h 979535"/>
              <a:gd name="connsiteX17" fmla="*/ 866775 w 1381125"/>
              <a:gd name="connsiteY17" fmla="*/ 428625 h 979535"/>
              <a:gd name="connsiteX18" fmla="*/ 933450 w 1381125"/>
              <a:gd name="connsiteY18" fmla="*/ 247650 h 979535"/>
              <a:gd name="connsiteX19" fmla="*/ 1000125 w 1381125"/>
              <a:gd name="connsiteY19" fmla="*/ 323850 h 979535"/>
              <a:gd name="connsiteX20" fmla="*/ 1038225 w 1381125"/>
              <a:gd name="connsiteY20" fmla="*/ 257175 h 979535"/>
              <a:gd name="connsiteX21" fmla="*/ 1133475 w 1381125"/>
              <a:gd name="connsiteY21" fmla="*/ 209550 h 979535"/>
              <a:gd name="connsiteX22" fmla="*/ 1143000 w 1381125"/>
              <a:gd name="connsiteY22" fmla="*/ 333375 h 979535"/>
              <a:gd name="connsiteX23" fmla="*/ 1181100 w 1381125"/>
              <a:gd name="connsiteY23" fmla="*/ 552450 h 979535"/>
              <a:gd name="connsiteX24" fmla="*/ 1200150 w 1381125"/>
              <a:gd name="connsiteY24" fmla="*/ 647700 h 979535"/>
              <a:gd name="connsiteX25" fmla="*/ 1228725 w 1381125"/>
              <a:gd name="connsiteY25" fmla="*/ 666750 h 979535"/>
              <a:gd name="connsiteX26" fmla="*/ 1276350 w 1381125"/>
              <a:gd name="connsiteY26" fmla="*/ 819150 h 979535"/>
              <a:gd name="connsiteX27" fmla="*/ 1285875 w 1381125"/>
              <a:gd name="connsiteY27" fmla="*/ 857250 h 979535"/>
              <a:gd name="connsiteX28" fmla="*/ 1323975 w 1381125"/>
              <a:gd name="connsiteY28" fmla="*/ 866775 h 979535"/>
              <a:gd name="connsiteX29" fmla="*/ 1371600 w 1381125"/>
              <a:gd name="connsiteY29" fmla="*/ 933450 h 979535"/>
              <a:gd name="connsiteX30" fmla="*/ 1381125 w 1381125"/>
              <a:gd name="connsiteY30" fmla="*/ 933450 h 97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81125" h="979535">
                <a:moveTo>
                  <a:pt x="0" y="152400"/>
                </a:moveTo>
                <a:cubicBezTo>
                  <a:pt x="9185" y="134029"/>
                  <a:pt x="19626" y="79471"/>
                  <a:pt x="57150" y="85725"/>
                </a:cubicBezTo>
                <a:cubicBezTo>
                  <a:pt x="68442" y="87607"/>
                  <a:pt x="76200" y="98425"/>
                  <a:pt x="85725" y="104775"/>
                </a:cubicBezTo>
                <a:cubicBezTo>
                  <a:pt x="104775" y="92075"/>
                  <a:pt x="121438" y="58636"/>
                  <a:pt x="142875" y="66675"/>
                </a:cubicBezTo>
                <a:cubicBezTo>
                  <a:pt x="164518" y="74791"/>
                  <a:pt x="143680" y="147541"/>
                  <a:pt x="161925" y="133350"/>
                </a:cubicBezTo>
                <a:cubicBezTo>
                  <a:pt x="201153" y="102839"/>
                  <a:pt x="206375" y="44450"/>
                  <a:pt x="228600" y="0"/>
                </a:cubicBezTo>
                <a:cubicBezTo>
                  <a:pt x="231775" y="15875"/>
                  <a:pt x="229145" y="34155"/>
                  <a:pt x="238125" y="47625"/>
                </a:cubicBezTo>
                <a:cubicBezTo>
                  <a:pt x="243694" y="55979"/>
                  <a:pt x="261892" y="48336"/>
                  <a:pt x="266700" y="57150"/>
                </a:cubicBezTo>
                <a:cubicBezTo>
                  <a:pt x="282573" y="86250"/>
                  <a:pt x="285750" y="120650"/>
                  <a:pt x="295275" y="152400"/>
                </a:cubicBezTo>
                <a:cubicBezTo>
                  <a:pt x="317500" y="117475"/>
                  <a:pt x="320553" y="47625"/>
                  <a:pt x="361950" y="47625"/>
                </a:cubicBezTo>
                <a:cubicBezTo>
                  <a:pt x="397019" y="47625"/>
                  <a:pt x="366939" y="117626"/>
                  <a:pt x="371475" y="152400"/>
                </a:cubicBezTo>
                <a:cubicBezTo>
                  <a:pt x="388902" y="286005"/>
                  <a:pt x="393297" y="275571"/>
                  <a:pt x="438150" y="419100"/>
                </a:cubicBezTo>
                <a:cubicBezTo>
                  <a:pt x="447675" y="415925"/>
                  <a:pt x="467143" y="399543"/>
                  <a:pt x="466725" y="409575"/>
                </a:cubicBezTo>
                <a:cubicBezTo>
                  <a:pt x="450189" y="806438"/>
                  <a:pt x="389916" y="502540"/>
                  <a:pt x="466725" y="790575"/>
                </a:cubicBezTo>
                <a:cubicBezTo>
                  <a:pt x="634877" y="622423"/>
                  <a:pt x="462833" y="752606"/>
                  <a:pt x="590550" y="971550"/>
                </a:cubicBezTo>
                <a:cubicBezTo>
                  <a:pt x="605727" y="997568"/>
                  <a:pt x="647700" y="952500"/>
                  <a:pt x="676275" y="942975"/>
                </a:cubicBezTo>
                <a:cubicBezTo>
                  <a:pt x="727075" y="844550"/>
                  <a:pt x="790206" y="751567"/>
                  <a:pt x="828675" y="647700"/>
                </a:cubicBezTo>
                <a:cubicBezTo>
                  <a:pt x="854418" y="578193"/>
                  <a:pt x="847996" y="500328"/>
                  <a:pt x="866775" y="428625"/>
                </a:cubicBezTo>
                <a:cubicBezTo>
                  <a:pt x="883063" y="366434"/>
                  <a:pt x="911225" y="307975"/>
                  <a:pt x="933450" y="247650"/>
                </a:cubicBezTo>
                <a:cubicBezTo>
                  <a:pt x="936970" y="268772"/>
                  <a:pt x="934329" y="356748"/>
                  <a:pt x="1000125" y="323850"/>
                </a:cubicBezTo>
                <a:cubicBezTo>
                  <a:pt x="1023020" y="312402"/>
                  <a:pt x="1021101" y="276202"/>
                  <a:pt x="1038225" y="257175"/>
                </a:cubicBezTo>
                <a:cubicBezTo>
                  <a:pt x="1055743" y="237711"/>
                  <a:pt x="1110007" y="218937"/>
                  <a:pt x="1133475" y="209550"/>
                </a:cubicBezTo>
                <a:cubicBezTo>
                  <a:pt x="1136650" y="250825"/>
                  <a:pt x="1140335" y="292064"/>
                  <a:pt x="1143000" y="333375"/>
                </a:cubicBezTo>
                <a:cubicBezTo>
                  <a:pt x="1155459" y="526488"/>
                  <a:pt x="1122459" y="454716"/>
                  <a:pt x="1181100" y="552450"/>
                </a:cubicBezTo>
                <a:cubicBezTo>
                  <a:pt x="1187450" y="584200"/>
                  <a:pt x="1187697" y="617812"/>
                  <a:pt x="1200150" y="647700"/>
                </a:cubicBezTo>
                <a:cubicBezTo>
                  <a:pt x="1204553" y="658267"/>
                  <a:pt x="1225495" y="655768"/>
                  <a:pt x="1228725" y="666750"/>
                </a:cubicBezTo>
                <a:cubicBezTo>
                  <a:pt x="1276345" y="828658"/>
                  <a:pt x="1196501" y="792534"/>
                  <a:pt x="1276350" y="819150"/>
                </a:cubicBezTo>
                <a:cubicBezTo>
                  <a:pt x="1279525" y="831850"/>
                  <a:pt x="1276618" y="847993"/>
                  <a:pt x="1285875" y="857250"/>
                </a:cubicBezTo>
                <a:cubicBezTo>
                  <a:pt x="1295132" y="866507"/>
                  <a:pt x="1316366" y="856123"/>
                  <a:pt x="1323975" y="866775"/>
                </a:cubicBezTo>
                <a:cubicBezTo>
                  <a:pt x="1376921" y="940899"/>
                  <a:pt x="1286791" y="916488"/>
                  <a:pt x="1371600" y="933450"/>
                </a:cubicBezTo>
                <a:cubicBezTo>
                  <a:pt x="1374713" y="934073"/>
                  <a:pt x="1377950" y="933450"/>
                  <a:pt x="1381125" y="933450"/>
                </a:cubicBezTo>
              </a:path>
            </a:pathLst>
          </a:cu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Arc 113">
            <a:extLst>
              <a:ext uri="{FF2B5EF4-FFF2-40B4-BE49-F238E27FC236}">
                <a16:creationId xmlns:a16="http://schemas.microsoft.com/office/drawing/2014/main" id="{D5751787-5A8B-3BCF-92B1-CA79E4357789}"/>
              </a:ext>
            </a:extLst>
          </p:cNvPr>
          <p:cNvSpPr/>
          <p:nvPr/>
        </p:nvSpPr>
        <p:spPr>
          <a:xfrm rot="11762061">
            <a:off x="4941260" y="4536436"/>
            <a:ext cx="1541515" cy="1343468"/>
          </a:xfrm>
          <a:prstGeom prst="arc">
            <a:avLst>
              <a:gd name="adj1" fmla="val 14946612"/>
              <a:gd name="adj2" fmla="val 20548985"/>
            </a:avLst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5" name="Picture 114" descr="\documentclass{article}&#10;\usepackage{amsmath}&#10;\usepackage{mathrsfs}&#10;\usepackage{amssymb} % for \mathfrak&#10;\pagestyle{empty}&#10;\begin{document}&#10;&#10;\begin{equation*}&#10;\sigma^2&#10;\end{equation*}&#10;&#10;\end{document}" title="IguanaTex Bitmap Display">
            <a:extLst>
              <a:ext uri="{FF2B5EF4-FFF2-40B4-BE49-F238E27FC236}">
                <a16:creationId xmlns:a16="http://schemas.microsoft.com/office/drawing/2014/main" id="{96359489-7097-BBC3-1FC8-4AA1F6B91079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4490670" y="5114923"/>
            <a:ext cx="234667" cy="225524"/>
          </a:xfrm>
          <a:prstGeom prst="rect">
            <a:avLst/>
          </a:prstGeom>
        </p:spPr>
      </p:pic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7C0DD3E-115E-7734-2F13-49A29A0C783F}"/>
              </a:ext>
            </a:extLst>
          </p:cNvPr>
          <p:cNvCxnSpPr>
            <a:cxnSpLocks/>
          </p:cNvCxnSpPr>
          <p:nvPr/>
        </p:nvCxnSpPr>
        <p:spPr>
          <a:xfrm>
            <a:off x="4746526" y="5242708"/>
            <a:ext cx="20955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11518ED-3024-E423-3D10-B8464EC9357F}"/>
              </a:ext>
            </a:extLst>
          </p:cNvPr>
          <p:cNvCxnSpPr>
            <a:cxnSpLocks/>
          </p:cNvCxnSpPr>
          <p:nvPr/>
        </p:nvCxnSpPr>
        <p:spPr>
          <a:xfrm>
            <a:off x="6811631" y="5914314"/>
            <a:ext cx="1638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4424295-3B7E-A27E-C7A9-491305BF5846}"/>
              </a:ext>
            </a:extLst>
          </p:cNvPr>
          <p:cNvSpPr/>
          <p:nvPr/>
        </p:nvSpPr>
        <p:spPr>
          <a:xfrm>
            <a:off x="7216062" y="5476750"/>
            <a:ext cx="924638" cy="429823"/>
          </a:xfrm>
          <a:custGeom>
            <a:avLst/>
            <a:gdLst>
              <a:gd name="connsiteX0" fmla="*/ 0 w 1212850"/>
              <a:gd name="connsiteY0" fmla="*/ 0 h 601734"/>
              <a:gd name="connsiteX1" fmla="*/ 488950 w 1212850"/>
              <a:gd name="connsiteY1" fmla="*/ 533400 h 601734"/>
              <a:gd name="connsiteX2" fmla="*/ 1212850 w 1212850"/>
              <a:gd name="connsiteY2" fmla="*/ 577850 h 601734"/>
              <a:gd name="connsiteX0" fmla="*/ 0 w 1099579"/>
              <a:gd name="connsiteY0" fmla="*/ 0 h 650558"/>
              <a:gd name="connsiteX1" fmla="*/ 488950 w 1099579"/>
              <a:gd name="connsiteY1" fmla="*/ 533400 h 650558"/>
              <a:gd name="connsiteX2" fmla="*/ 1099579 w 1099579"/>
              <a:gd name="connsiteY2" fmla="*/ 642725 h 650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9579" h="650558">
                <a:moveTo>
                  <a:pt x="0" y="0"/>
                </a:moveTo>
                <a:cubicBezTo>
                  <a:pt x="143404" y="218546"/>
                  <a:pt x="286808" y="437092"/>
                  <a:pt x="488950" y="533400"/>
                </a:cubicBezTo>
                <a:cubicBezTo>
                  <a:pt x="691092" y="629708"/>
                  <a:pt x="838700" y="668654"/>
                  <a:pt x="1099579" y="642725"/>
                </a:cubicBezTo>
              </a:path>
            </a:pathLst>
          </a:cu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1D676339-8DE4-DC88-F95A-BD63A95683DD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l="48835" t="2198" b="18715"/>
          <a:stretch>
            <a:fillRect/>
          </a:stretch>
        </p:blipFill>
        <p:spPr>
          <a:xfrm rot="20775799">
            <a:off x="7034370" y="5283288"/>
            <a:ext cx="118534" cy="125361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93182AF-B046-044D-D692-5809D0194FBA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t="1" r="19552" b="51657"/>
          <a:stretch>
            <a:fillRect/>
          </a:stretch>
        </p:blipFill>
        <p:spPr>
          <a:xfrm rot="2462746">
            <a:off x="7092426" y="5390927"/>
            <a:ext cx="186371" cy="76628"/>
          </a:xfrm>
          <a:prstGeom prst="rect">
            <a:avLst/>
          </a:prstGeom>
        </p:spPr>
      </p:pic>
      <p:pic>
        <p:nvPicPr>
          <p:cNvPr id="2" name="Picture 1" descr="\documentclass{article}&#10;\usepackage{amsmath}&#10;\usepackage{mathrsfs}&#10;\usepackage{amssymb} % for \mathfrak&#10;\pagestyle{empty}&#10;\begin{document}&#10;&#10;\begin{equation*}&#10;r_{\tau} = \sigma^2 e^{-\phi |\tau|}&#10;\end{equation*}&#10;&#10;\end{document}" title="IguanaTex Bitmap Display">
            <a:extLst>
              <a:ext uri="{FF2B5EF4-FFF2-40B4-BE49-F238E27FC236}">
                <a16:creationId xmlns:a16="http://schemas.microsoft.com/office/drawing/2014/main" id="{8782D777-1957-B280-CCE1-9E74A311387E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4769086" y="6373974"/>
            <a:ext cx="1444572" cy="277333"/>
          </a:xfrm>
          <a:prstGeom prst="rect">
            <a:avLst/>
          </a:prstGeom>
        </p:spPr>
      </p:pic>
      <p:pic>
        <p:nvPicPr>
          <p:cNvPr id="3" name="Picture 2" descr="\documentclass{article}&#10;\usepackage{amsmath}&#10;\usepackage{mathrsfs}&#10;\usepackage{amssymb} % for \mathfrak&#10;\pagestyle{empty}&#10;\begin{document}&#10;&#10;\begin{equation*}&#10;S(f) = \frac{2\phi \sigma^2}{(2 \pi f)^2 + \phi^2}&#10;\end{equation*}&#10;&#10;\end{document}" title="IguanaTex Bitmap Display">
            <a:extLst>
              <a:ext uri="{FF2B5EF4-FFF2-40B4-BE49-F238E27FC236}">
                <a16:creationId xmlns:a16="http://schemas.microsoft.com/office/drawing/2014/main" id="{DF18A9D7-9331-3E5D-39CE-5BEB3DBA9122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6397022" y="6249432"/>
            <a:ext cx="2188190" cy="6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13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6.2205"/>
  <p:tag name="LATEXADDIN" val="\documentclass{article}&#10;\usepackage{amsmath}&#10;\usepackage{mathrsfs}&#10;\usepackage{amssymb} % for \mathfrak&#10;\pagestyle{empty}&#10;\begin{document}&#10;&#10;\begin{equation*}&#10;S(f)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15.4856"/>
  <p:tag name="LATEXADDIN" val="\documentclass{article}&#10;\usepackage{amsmath}&#10;\usepackage{mathrsfs}&#10;\usepackage{amssymb} % for \mathfrak&#10;\pagestyle{empty}&#10;\begin{document}&#10;&#10;\begin{equation*}&#10;\sigma^2&#10;\end{equation*}&#10;&#10;\end{document}"/>
  <p:tag name="IGUANATEXSIZE" val="20"/>
  <p:tag name="IGUANATEXCURSOR" val="16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8.99512"/>
  <p:tag name="LATEXADDIN" val="\documentclass{article}&#10;\usepackage{amsmath}&#10;\usepackage{mathrsfs}&#10;\usepackage{amssymb} % for \mathfrak&#10;\pagestyle{empty}&#10;\begin{document}&#10;&#10;\begin{equation*}&#10;t&#10;\end{equation*}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62.99213"/>
  <p:tag name="LATEXADDIN" val="\documentclass{article}&#10;\usepackage{amsmath}&#10;\usepackage{mathrsfs}&#10;\usepackage{amssymb} % for \mathfrak&#10;\pagestyle{empty}&#10;\begin{document}&#10;&#10;\begin{equation*}&#10;f&#10;\end{equation*}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104.237"/>
  <p:tag name="LATEXADDIN" val="\documentclass{article}&#10;\usepackage{amsmath}&#10;\usepackage{mathrsfs}&#10;\usepackage{amssymb} % for \mathfrak&#10;\pagestyle{empty}&#10;\begin{document}&#10;&#10;\begin{equation*}&#10;r_\tau&#10;\end{equation*}&#10;&#10;\end{document}"/>
  <p:tag name="IGUANATEXSIZE" val="20"/>
  <p:tag name="IGUANATEXCURSOR" val="16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533.9332"/>
  <p:tag name="LATEXADDIN" val="\documentclass{article}&#10;\usepackage{amsmath}&#10;\usepackage{mathrsfs}&#10;\usepackage{amssymb} % for \mathfrak&#10;\pagestyle{empty}&#10;\begin{document}&#10;&#10;\begin{equation*}&#10;S(f) = \sigma^2&#10;\end{equation*}&#10;&#10;\end{document}"/>
  <p:tag name="IGUANATEXSIZE" val="20"/>
  <p:tag name="IGUANATEXCURSOR" val="17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2.7259"/>
  <p:tag name="LATEXADDIN" val="\documentclass{article}&#10;\usepackage{amsmath}&#10;\usepackage{mathrsfs}&#10;\usepackage{amssymb} % for \mathfrak&#10;\pagestyle{empty}&#10;\begin{document}&#10;&#10;\begin{equation*}&#10;y(t)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626.1718"/>
  <p:tag name="LATEXADDIN" val="\documentclass{article}&#10;\usepackage{amsmath}&#10;\usepackage{mathrsfs}&#10;\usepackage{amssymb} % for \mathfrak&#10;\pagestyle{empty}&#10;\begin{document}&#10;&#10;\begin{equation*}&#10;r_{\tau} = \sigma^2 \delta(\tau)&#10;\end{equation*}&#10;&#10;\end{document}"/>
  <p:tag name="IGUANATEXSIZE" val="20"/>
  <p:tag name="IGUANATEXCURSOR" val="1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49307"/>
  <p:tag name="ORIGINALWIDTH" val="60.74244"/>
  <p:tag name="LATEXADDIN" val="\documentclass{article}&#10;\usepackage{amsmath}&#10;\usepackage{mathrsfs}&#10;\usepackage{amssymb} % for \mathfrak&#10;\pagestyle{empty}&#10;\begin{document}&#10;&#10;\begin{equation*}&#10;\tau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6.2205"/>
  <p:tag name="LATEXADDIN" val="\documentclass{article}&#10;\usepackage{amsmath}&#10;\usepackage{mathrsfs}&#10;\usepackage{amssymb} % for \mathfrak&#10;\pagestyle{empty}&#10;\begin{document}&#10;&#10;\begin{equation*}&#10;S(f)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8.99512"/>
  <p:tag name="LATEXADDIN" val="\documentclass{article}&#10;\usepackage{amsmath}&#10;\usepackage{mathrsfs}&#10;\usepackage{amssymb} % for \mathfrak&#10;\pagestyle{empty}&#10;\begin{document}&#10;&#10;\begin{equation*}&#10;t&#10;\end{equation*}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62.99213"/>
  <p:tag name="LATEXADDIN" val="\documentclass{article}&#10;\usepackage{amsmath}&#10;\usepackage{mathrsfs}&#10;\usepackage{amssymb} % for \mathfrak&#10;\pagestyle{empty}&#10;\begin{document}&#10;&#10;\begin{equation*}&#10;f&#10;\end{equation*}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104.237"/>
  <p:tag name="LATEXADDIN" val="\documentclass{article}&#10;\usepackage{amsmath}&#10;\usepackage{mathrsfs}&#10;\usepackage{amssymb} % for \mathfrak&#10;\pagestyle{empty}&#10;\begin{document}&#10;&#10;\begin{equation*}&#10;r_\tau&#10;\end{equation*}&#10;&#10;\end{document}"/>
  <p:tag name="IGUANATEXSIZE" val="20"/>
  <p:tag name="IGUANATEXCURSOR" val="16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2.7259"/>
  <p:tag name="LATEXADDIN" val="\documentclass{article}&#10;\usepackage{amsmath}&#10;\usepackage{mathrsfs}&#10;\usepackage{amssymb} % for \mathfrak&#10;\pagestyle{empty}&#10;\begin{document}&#10;&#10;\begin{equation*}&#10;y(t)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49307"/>
  <p:tag name="ORIGINALWIDTH" val="60.74244"/>
  <p:tag name="LATEXADDIN" val="\documentclass{article}&#10;\usepackage{amsmath}&#10;\usepackage{mathrsfs}&#10;\usepackage{amssymb} % for \mathfrak&#10;\pagestyle{empty}&#10;\begin{document}&#10;&#10;\begin{equation*}&#10;\tau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usepackage{mathrsfs}&#10;\usepackage{amssymb} % for \mathfrak&#10;\pagestyle{empty}&#10;\begin{document}&#10;&#10;\begin{equation*}&#10;A&#10;\end{equation*}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782.1522"/>
  <p:tag name="LATEXADDIN" val="\documentclass{article}&#10;\usepackage{amsmath}&#10;\usepackage{mathrsfs}&#10;\usepackage{amssymb} % for \mathfrak&#10;\pagestyle{empty}&#10;\begin{document}&#10;&#10;\begin{equation*}&#10;S(f) = A^2 \delta(f)&#10;\end{equation*}&#10;&#10;\end{document}"/>
  <p:tag name="IGUANATEXSIZE" val="20"/>
  <p:tag name="IGUANATEXCURSOR" val="17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9839"/>
  <p:tag name="ORIGINALWIDTH" val="418.4477"/>
  <p:tag name="LATEXADDIN" val="\documentclass{article}&#10;\usepackage{amsmath}&#10;\usepackage{mathrsfs}&#10;\usepackage{amssymb} % for \mathfrak&#10;\pagestyle{empty}&#10;\begin{document}&#10;&#10;\begin{equation*}&#10;r_{\tau} = A^2&#10;\end{equation*}&#10;&#10;\end{document}"/>
  <p:tag name="IGUANATEXSIZE" val="20"/>
  <p:tag name="IGUANATEXCURSOR" val="17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9839"/>
  <p:tag name="ORIGINALWIDTH" val="418.4477"/>
  <p:tag name="LATEXADDIN" val="\documentclass{article}&#10;\usepackage{amsmath}&#10;\usepackage{mathrsfs}&#10;\usepackage{amssymb} % for \mathfrak&#10;\pagestyle{empty}&#10;\begin{document}&#10;&#10;\begin{equation*}&#10;r_{\tau} = A^2&#10;\end{equation*}&#10;&#10;\end{document}"/>
  <p:tag name="IGUANATEXSIZE" val="20"/>
  <p:tag name="IGUANATEXCURSOR" val="17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9839"/>
  <p:tag name="ORIGINALWIDTH" val="418.4477"/>
  <p:tag name="LATEXADDIN" val="\documentclass{article}&#10;\usepackage{amsmath}&#10;\usepackage{mathrsfs}&#10;\usepackage{amssymb} % for \mathfrak&#10;\pagestyle{empty}&#10;\begin{document}&#10;&#10;\begin{equation*}&#10;r_{\tau} = A^2&#10;\end{equation*}&#10;&#10;\end{document}"/>
  <p:tag name="IGUANATEXSIZE" val="20"/>
  <p:tag name="IGUANATEXCURSOR" val="17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15.4856"/>
  <p:tag name="LATEXADDIN" val="\documentclass{article}&#10;\usepackage{amsmath}&#10;\usepackage{mathrsfs}&#10;\usepackage{amssymb} % for \mathfrak&#10;\pagestyle{empty}&#10;\begin{document}&#10;&#10;\begin{equation*}&#10;\sigma^2&#10;\end{equation*}&#10;&#10;\end{document}"/>
  <p:tag name="IGUANATEXSIZE" val="20"/>
  <p:tag name="IGUANATEXCURSOR" val="16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6.2205"/>
  <p:tag name="LATEXADDIN" val="\documentclass{article}&#10;\usepackage{amsmath}&#10;\usepackage{mathrsfs}&#10;\usepackage{amssymb} % for \mathfrak&#10;\pagestyle{empty}&#10;\begin{document}&#10;&#10;\begin{equation*}&#10;S(f)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8.99512"/>
  <p:tag name="LATEXADDIN" val="\documentclass{article}&#10;\usepackage{amsmath}&#10;\usepackage{mathrsfs}&#10;\usepackage{amssymb} % for \mathfrak&#10;\pagestyle{empty}&#10;\begin{document}&#10;&#10;\begin{equation*}&#10;t&#10;\end{equation*}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62.99213"/>
  <p:tag name="LATEXADDIN" val="\documentclass{article}&#10;\usepackage{amsmath}&#10;\usepackage{mathrsfs}&#10;\usepackage{amssymb} % for \mathfrak&#10;\pagestyle{empty}&#10;\begin{document}&#10;&#10;\begin{equation*}&#10;f&#10;\end{equation*}&#10;&#10;\end{document}"/>
  <p:tag name="IGUANATEXSIZE" val="20"/>
  <p:tag name="IGUANATEXCURSOR" val="1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104.237"/>
  <p:tag name="LATEXADDIN" val="\documentclass{article}&#10;\usepackage{amsmath}&#10;\usepackage{mathrsfs}&#10;\usepackage{amssymb} % for \mathfrak&#10;\pagestyle{empty}&#10;\begin{document}&#10;&#10;\begin{equation*}&#10;r_\tau&#10;\end{equation*}&#10;&#10;\end{document}"/>
  <p:tag name="IGUANATEXSIZE" val="20"/>
  <p:tag name="IGUANATEXCURSOR" val="16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2.7259"/>
  <p:tag name="LATEXADDIN" val="\documentclass{article}&#10;\usepackage{amsmath}&#10;\usepackage{mathrsfs}&#10;\usepackage{amssymb} % for \mathfrak&#10;\pagestyle{empty}&#10;\begin{document}&#10;&#10;\begin{equation*}&#10;y(t)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49307"/>
  <p:tag name="ORIGINALWIDTH" val="60.74244"/>
  <p:tag name="LATEXADDIN" val="\documentclass{article}&#10;\usepackage{amsmath}&#10;\usepackage{mathrsfs}&#10;\usepackage{amssymb} % for \mathfrak&#10;\pagestyle{empty}&#10;\begin{document}&#10;&#10;\begin{equation*}&#10;\tau&#10;\end{equation*}&#10;&#10;\end{document}"/>
  <p:tag name="IGUANATEXSIZE" val="20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15.4856"/>
  <p:tag name="LATEXADDIN" val="\documentclass{article}&#10;\usepackage{amsmath}&#10;\usepackage{mathrsfs}&#10;\usepackage{amssymb} % for \mathfrak&#10;\pagestyle{empty}&#10;\begin{document}&#10;&#10;\begin{equation*}&#10;\sigma^2&#10;\end{equation*}&#10;&#10;\end{document}"/>
  <p:tag name="IGUANATEXSIZE" val="20"/>
  <p:tag name="IGUANATEXCURSOR" val="16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6.4829"/>
  <p:tag name="ORIGINALWIDTH" val="710.9111"/>
  <p:tag name="LATEXADDIN" val="\documentclass{article}&#10;\usepackage{amsmath}&#10;\usepackage{mathrsfs}&#10;\usepackage{amssymb} % for \mathfrak&#10;\pagestyle{empty}&#10;\begin{document}&#10;&#10;\begin{equation*}&#10;r_{\tau} = \sigma^2 e^{-\phi |\tau|}&#10;\end{equation*}&#10;&#10;\end{document}"/>
  <p:tag name="IGUANATEXSIZE" val="20"/>
  <p:tag name="IGUANATEXCURSOR" val="1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462"/>
  <p:tag name="ORIGINALWIDTH" val="1076.865"/>
  <p:tag name="LATEXADDIN" val="\documentclass{article}&#10;\usepackage{amsmath}&#10;\usepackage{mathrsfs}&#10;\usepackage{amssymb} % for \mathfrak&#10;\pagestyle{empty}&#10;\begin{document}&#10;&#10;\begin{equation*}&#10;S(f) = \frac{2\phi \sigma^2}{(2 \pi f)^2 + \phi^2}&#10;\end{equation*}&#10;&#10;\end{document}"/>
  <p:tag name="IGUANATEXSIZE" val="20"/>
  <p:tag name="IGUANATEXCURSOR" val="20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Alvarez Navarro</dc:creator>
  <cp:lastModifiedBy>Lucas Alvarez Navarro</cp:lastModifiedBy>
  <cp:revision>7</cp:revision>
  <dcterms:created xsi:type="dcterms:W3CDTF">2025-07-18T15:15:39Z</dcterms:created>
  <dcterms:modified xsi:type="dcterms:W3CDTF">2025-08-04T06:59:39Z</dcterms:modified>
</cp:coreProperties>
</file>